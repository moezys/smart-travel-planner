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852160" cy="5029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48640" y="1097280"/>
            <a:ext cx="1005840" cy="10058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/>
              <a:t>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8600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Smart Travel Planner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3375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</a:rPr>
              <a:t>Your AI-powered trip planning assistant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11480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AI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411480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411480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ML Classifier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Ask.
Get a plan.
Pack your bags.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9436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AIE Bootcamp  ·  Week 4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192024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🌐  Too many websites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</a:rPr>
              <a:t>TripAdvisor, Google, Reddit, blogs… where do you even start?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486400" cy="192024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4864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3258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😵  Information overload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78308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</a:rPr>
              <a:t>Hundreds of options, conflicting reviews, and no clear answer.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74720"/>
            <a:ext cx="5486400" cy="192024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54864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6118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⏳  Hours of 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06908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</a:rPr>
              <a:t>Planning a one-week trip can take as long as the trip itself.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474720"/>
            <a:ext cx="5486400" cy="192024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3474720"/>
            <a:ext cx="54864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36118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🎯  Generic advice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06908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</a:rPr>
              <a:t>Most tools give the same top-10 lists — not what YOU actually want.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4A3B8"/>
                </a:solidFill>
              </a:rPr>
              <a:t>One conversation. A personalised trip plan.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0" cy="466344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377440" y="1920240"/>
            <a:ext cx="4389120" cy="5943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14600" y="199339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Where should I go for adventure hiking?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97480"/>
            <a:ext cx="5029200" cy="1417320"/>
          </a:xfrm>
          <a:prstGeom prst="rect">
            <a:avLst/>
          </a:prstGeom>
          <a:solidFill>
            <a:srgbClr val="1E2535"/>
          </a:solidFill>
          <a:ln w="12700">
            <a:solidFill>
              <a:srgbClr val="33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Based on your interest in adventure, I recommend
Patagonia (El Calafate) — world-class trekking at
Torres del Paine, dramatic glaciers, and off-grid
camping. Best visited Nov–Mar. Budget: ~$1,800/week.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80560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✅ Destination chosen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448056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🌤 Weather checked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4480560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🎯 Style matched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6916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What you 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2240280"/>
            <a:ext cx="4389120" cy="5943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0" y="235000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💬  Natural conversation — no forms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2990088"/>
            <a:ext cx="4389120" cy="5943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0" y="309981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🗺  Personalised to your travel style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3739896"/>
            <a:ext cx="4389120" cy="5943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0" y="3849624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🌤  Real weather data included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4489704"/>
            <a:ext cx="4389120" cy="5943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0" y="4599432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📚  Backed by Wikivoyage travel guides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5239512"/>
            <a:ext cx="4389120" cy="5943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0" y="534924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📩  Plans delivered to Discord / Slack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</a:rPr>
              <a:t>Three smart steps happen every time you ask a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3566160" cy="429768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356616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828800" y="1920240"/>
            <a:ext cx="822960" cy="82296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/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Understand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1188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</a:rPr>
              <a:t>The AI reads your question and figures out
your travel style — are you an adventurer,
a beach lover, a culture seeker?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691640"/>
            <a:ext cx="3566160" cy="429768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691640"/>
            <a:ext cx="356616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715000" y="1920240"/>
            <a:ext cx="822960" cy="8229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/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9260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Research for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61188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</a:rPr>
              <a:t>It searches through Wikivoyage travel guides
and checks live weather forecasts to find the
best destinations that match.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691640"/>
            <a:ext cx="3566160" cy="429768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1691640"/>
            <a:ext cx="356616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601200" y="1920240"/>
            <a:ext cx="822960" cy="8229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9260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Recommend &amp; Deliver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61188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</a:rPr>
              <a:t>You get a personalised, detailed plan — and
if you set up a webhook, it's sent straight to
your Discord or any app.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3474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474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94A3B8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What's Inside  (the short version)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5486400" cy="21945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64008" cy="21945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🗄  Travel Knowledge 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22 Wikivoyage articles chunked and stored
so the AI can instantly find the right info.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34440"/>
            <a:ext cx="5486400" cy="21945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09360" y="1234440"/>
            <a:ext cx="64008" cy="2194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4173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🎯  Travel Style Classifier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96596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A trained model that reads your question
and labels your vibe: Adventure, Culture,
Relaxation, Luxury, Budget or Family.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94760"/>
            <a:ext cx="5486400" cy="21945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3794760"/>
            <a:ext cx="64008" cy="2194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9776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🤖  AI Agent (LangGraph)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52628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An AI that plans its own research steps —
chooses what to look up, checks the weather,
then writes your personalised plan.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794760"/>
            <a:ext cx="5486400" cy="21945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3794760"/>
            <a:ext cx="64008" cy="2194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39776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🔒  Secure &amp; Personal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52628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Your own account. Your chats are saved.
Set a webhook to get plans delivered
to Discord automatically.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08676" y="1645920"/>
            <a:ext cx="1371600" cy="13716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/>
              <a:t>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46120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605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EA5E9"/>
                </a:solidFill>
              </a:rPr>
              <a:t>http://localhost:3000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" y="5029200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Register  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2716" y="5029200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Ask a travel question  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4476" y="5029200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See the AI think  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46236" y="5029200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Get a plan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By the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2743200" cy="292608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743200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73736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0EA5E9"/>
                </a:solidFill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3464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94A3B8"/>
                </a:solidFill>
              </a:rPr>
              <a:t>Wikivoyage
articles ingested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371600"/>
            <a:ext cx="2743200" cy="292608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7432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173736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7C3AED"/>
                </a:solidFill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83464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94A3B8"/>
                </a:solidFill>
              </a:rPr>
              <a:t>Travel styles
classified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2743200" cy="292608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7432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73736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59E0B"/>
                </a:solidFill>
              </a:rP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83464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94A3B8"/>
                </a:solidFill>
              </a:rPr>
              <a:t>Destinations
covered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371600"/>
            <a:ext cx="2743200" cy="292608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44000" y="1371600"/>
            <a:ext cx="274320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0" y="1737360"/>
            <a:ext cx="2743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dirty="0">
                <a:solidFill>
                  <a:srgbClr val="22C55E"/>
                </a:solidFill>
              </a:rPr>
              <a:t>1 command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83464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94A3B8"/>
                </a:solidFill>
              </a:rPr>
              <a:t>docker compose up
to run everything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663440"/>
            <a:ext cx="2834640" cy="621792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477316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✅  JWT Authentication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4663440"/>
            <a:ext cx="2834640" cy="621792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29000" y="477316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✅  Conversation history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663440"/>
            <a:ext cx="2834640" cy="621792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477316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✅  Discord webhook delivery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4663440"/>
            <a:ext cx="2834640" cy="621792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81160" y="477316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✅  Full Docker setup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500116" y="1097280"/>
            <a:ext cx="1188720" cy="118872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/>
              <a:t>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51460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94A3B8"/>
                </a:solidFill>
              </a:rPr>
              <a:t>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3031236" y="4572000"/>
            <a:ext cx="2926080" cy="8229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14116" y="47091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EA5E9"/>
                </a:solidFill>
              </a:rPr>
              <a:t>🌐  App  ·  localhost:3000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1636" y="4572000"/>
            <a:ext cx="2926080" cy="8229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14516" y="47091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EA5E9"/>
                </a:solidFill>
              </a:rPr>
              <a:t>⚙  API  ·  localhost:8000/docs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9436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Built with FastAPI · LangGraph · pgvector · React · Docker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518</Words>
  <Application>Microsoft Office PowerPoint</Application>
  <PresentationFormat>Custom</PresentationFormat>
  <Paragraphs>78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mohammad fayad</cp:lastModifiedBy>
  <cp:revision>2</cp:revision>
  <dcterms:created xsi:type="dcterms:W3CDTF">2013-01-27T09:14:16Z</dcterms:created>
  <dcterms:modified xsi:type="dcterms:W3CDTF">2026-05-01T11:27:00Z</dcterms:modified>
  <cp:category/>
</cp:coreProperties>
</file>